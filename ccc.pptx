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ccc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This is the introduction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/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This is the methodology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/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This is the results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This is the conclusion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